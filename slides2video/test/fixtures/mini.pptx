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天空为什么是蓝色的？答案在一个公式里。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[law] 散射定律</a:t>
            </a:r>
          </a:p>
          <a:p>
            <a:r>
              <a:t>散射强度和波长的四次方成反比。</a:t>
            </a:r>
          </a:p>
          <a:p>
            <a:r>
              <a:t>## [sky-pic] 看图</a:t>
            </a:r>
          </a:p>
          <a:p>
            <a:r>
              <a:t>所以天空是蓝色的。[[Spotlight] 看这片蓝天。]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为什么天空是蓝色的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一个公式讲清楚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瑞利散射</a:t>
            </a:r>
          </a:p>
        </p:txBody>
      </p:sp>
      <p:sp>
        <p:nvSpPr>
          <p:cNvPr id="3" name="Content Placeholder 2" descr="[law]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波长越短，散射越强</a:t>
            </a:r>
          </a:p>
          <a:p>
            <a:pPr lvl="1"/>
            <a:r>
              <a:t>蓝光被散射得最多</a:t>
            </a:r>
          </a:p>
        </p:txBody>
      </p:sp>
      <p:pic>
        <p:nvPicPr>
          <p:cNvPr id="4" name="Picture 3" descr="[sky-pic] 蓝天示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3657600" cy="228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